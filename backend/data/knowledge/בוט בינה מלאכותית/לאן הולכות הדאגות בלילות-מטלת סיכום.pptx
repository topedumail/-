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54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808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155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550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00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719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143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924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320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373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631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4B6E0-1779-4A0D-B7BB-24784E751D7F}" type="datetimeFigureOut">
              <a:rPr lang="he-IL" smtClean="0"/>
              <a:t>כ'/סיון/תשפ"ב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1B2FC-7972-45E0-92EC-7F23A16A8AE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652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40" y="1"/>
            <a:ext cx="9046464" cy="1380744"/>
          </a:xfrm>
        </p:spPr>
        <p:txBody>
          <a:bodyPr/>
          <a:lstStyle/>
          <a:p>
            <a:r>
              <a:rPr lang="he-IL" b="1" dirty="0">
                <a:solidFill>
                  <a:schemeClr val="accent1"/>
                </a:solidFill>
              </a:rPr>
              <a:t>לאן הולכות הדאגות בלילות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9304" y="1609344"/>
            <a:ext cx="9144000" cy="1106424"/>
          </a:xfrm>
        </p:spPr>
        <p:txBody>
          <a:bodyPr>
            <a:normAutofit fontScale="92500" lnSpcReduction="20000"/>
          </a:bodyPr>
          <a:lstStyle/>
          <a:p>
            <a:r>
              <a:rPr lang="he-IL" b="1" dirty="0">
                <a:solidFill>
                  <a:schemeClr val="accent5">
                    <a:lumMod val="50000"/>
                  </a:schemeClr>
                </a:solidFill>
              </a:rPr>
              <a:t>מבט על הספר לפי מאפייני הפדגוגיה הטיפולית</a:t>
            </a:r>
          </a:p>
          <a:p>
            <a:r>
              <a:rPr lang="he-IL" b="1" dirty="0">
                <a:solidFill>
                  <a:schemeClr val="accent5">
                    <a:lumMod val="50000"/>
                  </a:schemeClr>
                </a:solidFill>
              </a:rPr>
              <a:t>(פררה, וויניקוט ,סליגמן וזיו &amp; זיו)</a:t>
            </a:r>
          </a:p>
          <a:p>
            <a:r>
              <a:rPr lang="he-IL" b="1" dirty="0">
                <a:solidFill>
                  <a:schemeClr val="accent5">
                    <a:lumMod val="50000"/>
                  </a:schemeClr>
                </a:solidFill>
              </a:rPr>
              <a:t>מגישה- </a:t>
            </a:r>
            <a:r>
              <a:rPr lang="he-IL" b="1">
                <a:solidFill>
                  <a:schemeClr val="accent5">
                    <a:lumMod val="50000"/>
                  </a:schemeClr>
                </a:solidFill>
              </a:rPr>
              <a:t>הדס ברין, ת.ז 057680936</a:t>
            </a:r>
            <a:endParaRPr lang="he-IL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he-IL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he-IL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59427" y="3567556"/>
            <a:ext cx="3603753" cy="270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8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>
                <a:solidFill>
                  <a:schemeClr val="accent5"/>
                </a:solidFill>
              </a:rPr>
              <a:t>תיאור המקרה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36797" y="2988957"/>
            <a:ext cx="3867975" cy="290098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76511" y="2988955"/>
            <a:ext cx="3867974" cy="29009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96507" y="2988957"/>
            <a:ext cx="3867973" cy="29009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83497" y="2988955"/>
            <a:ext cx="3867974" cy="29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6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>
                <a:solidFill>
                  <a:schemeClr val="accent5"/>
                </a:solidFill>
              </a:rPr>
              <a:t>המשך תיאור מקרה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7826" y="2306907"/>
            <a:ext cx="4352925" cy="3264693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19537" y="2306907"/>
            <a:ext cx="4352925" cy="326469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880" y="1835942"/>
            <a:ext cx="3270451" cy="435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3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89059" y="1095185"/>
            <a:ext cx="4507992" cy="3853813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71782" y="1716725"/>
            <a:ext cx="4540941" cy="3736207"/>
          </a:xfrm>
        </p:spPr>
      </p:pic>
      <p:sp>
        <p:nvSpPr>
          <p:cNvPr id="7" name="Oval 6"/>
          <p:cNvSpPr/>
          <p:nvPr/>
        </p:nvSpPr>
        <p:spPr>
          <a:xfrm>
            <a:off x="6016752" y="1805047"/>
            <a:ext cx="1435608" cy="114884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6163056" y="2005904"/>
            <a:ext cx="969264" cy="8002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דיאלוג</a:t>
            </a:r>
          </a:p>
          <a:p>
            <a:r>
              <a:rPr lang="he-IL" sz="1400" dirty="0"/>
              <a:t>תוך מתן כבוד הדדי</a:t>
            </a:r>
          </a:p>
        </p:txBody>
      </p:sp>
      <p:sp>
        <p:nvSpPr>
          <p:cNvPr id="13" name="Oval 12"/>
          <p:cNvSpPr/>
          <p:nvPr/>
        </p:nvSpPr>
        <p:spPr>
          <a:xfrm>
            <a:off x="6080760" y="3220855"/>
            <a:ext cx="1435608" cy="10533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6016752" y="3584829"/>
            <a:ext cx="1207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handling</a:t>
            </a:r>
            <a:endParaRPr lang="he-IL" dirty="0"/>
          </a:p>
        </p:txBody>
      </p:sp>
      <p:sp>
        <p:nvSpPr>
          <p:cNvPr id="19" name="Oval 18"/>
          <p:cNvSpPr/>
          <p:nvPr/>
        </p:nvSpPr>
        <p:spPr>
          <a:xfrm>
            <a:off x="2423160" y="5630918"/>
            <a:ext cx="1481328" cy="10350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/>
          <p:cNvSpPr txBox="1"/>
          <p:nvPr/>
        </p:nvSpPr>
        <p:spPr>
          <a:xfrm>
            <a:off x="2423160" y="5994892"/>
            <a:ext cx="111556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holding</a:t>
            </a:r>
            <a:endParaRPr lang="he-IL" dirty="0"/>
          </a:p>
        </p:txBody>
      </p:sp>
      <p:sp>
        <p:nvSpPr>
          <p:cNvPr id="23" name="Oval 22"/>
          <p:cNvSpPr/>
          <p:nvPr/>
        </p:nvSpPr>
        <p:spPr>
          <a:xfrm>
            <a:off x="5984747" y="4422017"/>
            <a:ext cx="1467613" cy="12746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6080760" y="4775954"/>
            <a:ext cx="110642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מערכות יחסים</a:t>
            </a:r>
          </a:p>
        </p:txBody>
      </p:sp>
    </p:spTree>
    <p:extLst>
      <p:ext uri="{BB962C8B-B14F-4D97-AF65-F5344CB8AC3E}">
        <p14:creationId xmlns:p14="http://schemas.microsoft.com/office/powerpoint/2010/main" val="108432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 animBg="1"/>
      <p:bldP spid="14" grpId="0"/>
      <p:bldP spid="19" grpId="0" animBg="1"/>
      <p:bldP spid="20" grpId="0"/>
      <p:bldP spid="23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>
                <a:solidFill>
                  <a:schemeClr val="accent5"/>
                </a:solidFill>
              </a:rPr>
              <a:t>המשך תיאור מקרה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624" y="1468406"/>
            <a:ext cx="6766560" cy="5074920"/>
          </a:xfrm>
        </p:spPr>
      </p:pic>
    </p:spTree>
    <p:extLst>
      <p:ext uri="{BB962C8B-B14F-4D97-AF65-F5344CB8AC3E}">
        <p14:creationId xmlns:p14="http://schemas.microsoft.com/office/powerpoint/2010/main" val="392063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81735" y="807871"/>
            <a:ext cx="4952174" cy="371413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06943" y="807871"/>
            <a:ext cx="4952174" cy="3714130"/>
          </a:xfrm>
        </p:spPr>
      </p:pic>
      <p:sp>
        <p:nvSpPr>
          <p:cNvPr id="7" name="Oval 6"/>
          <p:cNvSpPr/>
          <p:nvPr/>
        </p:nvSpPr>
        <p:spPr>
          <a:xfrm>
            <a:off x="10966658" y="5945386"/>
            <a:ext cx="1060704" cy="74980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757" y="5945386"/>
            <a:ext cx="1072989" cy="7620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235" y="5967918"/>
            <a:ext cx="1072989" cy="76206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102" y="5933128"/>
            <a:ext cx="1072989" cy="762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94674" y="6118675"/>
            <a:ext cx="8046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דיאלוג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4086" y="5980176"/>
            <a:ext cx="105544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מתן העצמה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555" y="6056006"/>
            <a:ext cx="81381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תרבות התלמיד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812" y="6056006"/>
            <a:ext cx="89287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הרחבה תרבותית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247" y="5933128"/>
            <a:ext cx="1072989" cy="7620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23693" y="6034031"/>
            <a:ext cx="76809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הצבת בעיות</a:t>
            </a:r>
          </a:p>
        </p:txBody>
      </p:sp>
      <p:sp>
        <p:nvSpPr>
          <p:cNvPr id="23" name="Oval 22"/>
          <p:cNvSpPr/>
          <p:nvPr/>
        </p:nvSpPr>
        <p:spPr>
          <a:xfrm>
            <a:off x="5897880" y="859536"/>
            <a:ext cx="877824" cy="9052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Oval 24"/>
          <p:cNvSpPr/>
          <p:nvPr/>
        </p:nvSpPr>
        <p:spPr>
          <a:xfrm>
            <a:off x="5831514" y="1850079"/>
            <a:ext cx="877824" cy="9052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TextBox 25"/>
          <p:cNvSpPr txBox="1"/>
          <p:nvPr/>
        </p:nvSpPr>
        <p:spPr>
          <a:xfrm>
            <a:off x="5798331" y="1142887"/>
            <a:ext cx="94419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holding</a:t>
            </a:r>
            <a:endParaRPr lang="he-IL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5687568" y="1991975"/>
            <a:ext cx="101498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הצגת אובייקט</a:t>
            </a:r>
          </a:p>
        </p:txBody>
      </p:sp>
      <p:sp>
        <p:nvSpPr>
          <p:cNvPr id="28" name="Oval 27"/>
          <p:cNvSpPr/>
          <p:nvPr/>
        </p:nvSpPr>
        <p:spPr>
          <a:xfrm>
            <a:off x="5654385" y="3648455"/>
            <a:ext cx="1048167" cy="9386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TextBox 29"/>
          <p:cNvSpPr txBox="1"/>
          <p:nvPr/>
        </p:nvSpPr>
        <p:spPr>
          <a:xfrm>
            <a:off x="5701141" y="3810107"/>
            <a:ext cx="84699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מערכת יחסים</a:t>
            </a:r>
          </a:p>
        </p:txBody>
      </p:sp>
    </p:spTree>
    <p:extLst>
      <p:ext uri="{BB962C8B-B14F-4D97-AF65-F5344CB8AC3E}">
        <p14:creationId xmlns:p14="http://schemas.microsoft.com/office/powerpoint/2010/main" val="352518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  <p:bldP spid="16" grpId="0"/>
      <p:bldP spid="18" grpId="0"/>
      <p:bldP spid="21" grpId="0"/>
      <p:bldP spid="23" grpId="0" animBg="1"/>
      <p:bldP spid="25" grpId="0" animBg="1"/>
      <p:bldP spid="26" grpId="0"/>
      <p:bldP spid="27" grpId="0"/>
      <p:bldP spid="28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98459" y="2423819"/>
            <a:ext cx="4785550" cy="3589162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08582" y="2386734"/>
            <a:ext cx="4976559" cy="3732419"/>
          </a:xfrm>
        </p:spPr>
      </p:pic>
      <p:sp>
        <p:nvSpPr>
          <p:cNvPr id="7" name="Oval 6"/>
          <p:cNvSpPr/>
          <p:nvPr/>
        </p:nvSpPr>
        <p:spPr>
          <a:xfrm>
            <a:off x="4837176" y="356616"/>
            <a:ext cx="2642616" cy="1197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5385815" y="630936"/>
            <a:ext cx="14904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רגשות חיוביים</a:t>
            </a:r>
          </a:p>
        </p:txBody>
      </p:sp>
    </p:spTree>
    <p:extLst>
      <p:ext uri="{BB962C8B-B14F-4D97-AF65-F5344CB8AC3E}">
        <p14:creationId xmlns:p14="http://schemas.microsoft.com/office/powerpoint/2010/main" val="224558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1098" y="835772"/>
            <a:ext cx="4352925" cy="3264693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11374" y="861910"/>
            <a:ext cx="4562031" cy="3421523"/>
          </a:xfrm>
        </p:spPr>
      </p:pic>
      <p:sp>
        <p:nvSpPr>
          <p:cNvPr id="7" name="Oval 6"/>
          <p:cNvSpPr/>
          <p:nvPr/>
        </p:nvSpPr>
        <p:spPr>
          <a:xfrm>
            <a:off x="10030968" y="5650992"/>
            <a:ext cx="1170432" cy="914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/>
          <p:cNvSpPr/>
          <p:nvPr/>
        </p:nvSpPr>
        <p:spPr>
          <a:xfrm>
            <a:off x="3672840" y="5650992"/>
            <a:ext cx="1170432" cy="914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/>
          <p:cNvSpPr txBox="1"/>
          <p:nvPr/>
        </p:nvSpPr>
        <p:spPr>
          <a:xfrm>
            <a:off x="10186416" y="5815803"/>
            <a:ext cx="85953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לימוד בקורתי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840" y="5815804"/>
            <a:ext cx="9906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הארת המציאות</a:t>
            </a:r>
          </a:p>
        </p:txBody>
      </p:sp>
      <p:sp>
        <p:nvSpPr>
          <p:cNvPr id="14" name="Oval 13"/>
          <p:cNvSpPr/>
          <p:nvPr/>
        </p:nvSpPr>
        <p:spPr>
          <a:xfrm>
            <a:off x="2121408" y="5650992"/>
            <a:ext cx="1170432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TextBox 14"/>
          <p:cNvSpPr txBox="1"/>
          <p:nvPr/>
        </p:nvSpPr>
        <p:spPr>
          <a:xfrm>
            <a:off x="2121408" y="5815803"/>
            <a:ext cx="105156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מרחב פוטנציאלי</a:t>
            </a:r>
          </a:p>
        </p:txBody>
      </p:sp>
    </p:spTree>
    <p:extLst>
      <p:ext uri="{BB962C8B-B14F-4D97-AF65-F5344CB8AC3E}">
        <p14:creationId xmlns:p14="http://schemas.microsoft.com/office/powerpoint/2010/main" val="11955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  <p:bldP spid="11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100" y="1114076"/>
            <a:ext cx="7165044" cy="5373783"/>
          </a:xfrm>
        </p:spPr>
      </p:pic>
      <p:sp>
        <p:nvSpPr>
          <p:cNvPr id="5" name="Oval 4"/>
          <p:cNvSpPr/>
          <p:nvPr/>
        </p:nvSpPr>
        <p:spPr>
          <a:xfrm>
            <a:off x="1700784" y="905256"/>
            <a:ext cx="1005840" cy="8595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1810512" y="1114076"/>
            <a:ext cx="82296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עצמאות</a:t>
            </a:r>
          </a:p>
        </p:txBody>
      </p:sp>
      <p:sp>
        <p:nvSpPr>
          <p:cNvPr id="7" name="Oval 6"/>
          <p:cNvSpPr/>
          <p:nvPr/>
        </p:nvSpPr>
        <p:spPr>
          <a:xfrm>
            <a:off x="1609344" y="2126238"/>
            <a:ext cx="1097280" cy="8138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Oval 7"/>
          <p:cNvSpPr/>
          <p:nvPr/>
        </p:nvSpPr>
        <p:spPr>
          <a:xfrm>
            <a:off x="1609344" y="3301500"/>
            <a:ext cx="1097280" cy="8138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1609344" y="2267712"/>
            <a:ext cx="9601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חיים של משמעות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3465576"/>
            <a:ext cx="96012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הישגיות</a:t>
            </a:r>
          </a:p>
        </p:txBody>
      </p:sp>
      <p:sp>
        <p:nvSpPr>
          <p:cNvPr id="11" name="Oval 10"/>
          <p:cNvSpPr/>
          <p:nvPr/>
        </p:nvSpPr>
        <p:spPr>
          <a:xfrm>
            <a:off x="1559052" y="5509518"/>
            <a:ext cx="1074420" cy="93803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1609344" y="5716925"/>
            <a:ext cx="87782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/>
              <a:t>מוטיבציה מעורבת</a:t>
            </a:r>
          </a:p>
        </p:txBody>
      </p:sp>
      <p:sp>
        <p:nvSpPr>
          <p:cNvPr id="13" name="Oval 12"/>
          <p:cNvSpPr/>
          <p:nvPr/>
        </p:nvSpPr>
        <p:spPr>
          <a:xfrm>
            <a:off x="1593702" y="4449067"/>
            <a:ext cx="1122066" cy="8084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1657350" y="4684025"/>
            <a:ext cx="87782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מעורבות</a:t>
            </a:r>
          </a:p>
        </p:txBody>
      </p:sp>
    </p:spTree>
    <p:extLst>
      <p:ext uri="{BB962C8B-B14F-4D97-AF65-F5344CB8AC3E}">
        <p14:creationId xmlns:p14="http://schemas.microsoft.com/office/powerpoint/2010/main" val="232265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08390" y="811934"/>
            <a:ext cx="4838385" cy="3628788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21881" y="811934"/>
            <a:ext cx="4838384" cy="3628787"/>
          </a:xfrm>
        </p:spPr>
      </p:pic>
      <p:sp>
        <p:nvSpPr>
          <p:cNvPr id="7" name="Oval 6"/>
          <p:cNvSpPr/>
          <p:nvPr/>
        </p:nvSpPr>
        <p:spPr>
          <a:xfrm>
            <a:off x="10241280" y="5733288"/>
            <a:ext cx="960120" cy="82296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10140696" y="5852380"/>
            <a:ext cx="99669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תמורה חברתית</a:t>
            </a:r>
          </a:p>
        </p:txBody>
      </p:sp>
      <p:sp>
        <p:nvSpPr>
          <p:cNvPr id="9" name="Oval 8"/>
          <p:cNvSpPr/>
          <p:nvPr/>
        </p:nvSpPr>
        <p:spPr>
          <a:xfrm>
            <a:off x="4251960" y="5614195"/>
            <a:ext cx="978408" cy="8229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/>
          <p:cNvSpPr txBox="1"/>
          <p:nvPr/>
        </p:nvSpPr>
        <p:spPr>
          <a:xfrm>
            <a:off x="4370832" y="5733288"/>
            <a:ext cx="7711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רגשות חיוביים</a:t>
            </a:r>
          </a:p>
        </p:txBody>
      </p:sp>
      <p:sp>
        <p:nvSpPr>
          <p:cNvPr id="11" name="Oval 10"/>
          <p:cNvSpPr/>
          <p:nvPr/>
        </p:nvSpPr>
        <p:spPr>
          <a:xfrm>
            <a:off x="2903220" y="5614195"/>
            <a:ext cx="1065276" cy="8229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2974086" y="5733288"/>
            <a:ext cx="8915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חיים של משמעות</a:t>
            </a:r>
          </a:p>
        </p:txBody>
      </p:sp>
    </p:spTree>
    <p:extLst>
      <p:ext uri="{BB962C8B-B14F-4D97-AF65-F5344CB8AC3E}">
        <p14:creationId xmlns:p14="http://schemas.microsoft.com/office/powerpoint/2010/main" val="378282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>
                <a:solidFill>
                  <a:schemeClr val="accent5"/>
                </a:solidFill>
              </a:rPr>
              <a:t>המשך תיאור מקרה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99242" y="2140871"/>
            <a:ext cx="5291330" cy="3968497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00671" y="2140871"/>
            <a:ext cx="5291328" cy="3968495"/>
          </a:xfrm>
        </p:spPr>
      </p:pic>
    </p:spTree>
    <p:extLst>
      <p:ext uri="{BB962C8B-B14F-4D97-AF65-F5344CB8AC3E}">
        <p14:creationId xmlns:p14="http://schemas.microsoft.com/office/powerpoint/2010/main" val="329987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D63E2876D1E4B428F19A57EDDB0EAA4" ma:contentTypeVersion="20" ma:contentTypeDescription="צור מסמך חדש." ma:contentTypeScope="" ma:versionID="1d53a38b46263a150af75ad51fe0df56">
  <xsd:schema xmlns:xsd="http://www.w3.org/2001/XMLSchema" xmlns:xs="http://www.w3.org/2001/XMLSchema" xmlns:p="http://schemas.microsoft.com/office/2006/metadata/properties" xmlns:ns2="8aab10cf-897b-4c15-9896-597919f79945" xmlns:ns3="e126f300-f2c8-4f9a-998b-bb531a298b90" targetNamespace="http://schemas.microsoft.com/office/2006/metadata/properties" ma:root="true" ma:fieldsID="6d21d46dc71488827223bd088c9ad1bf" ns2:_="" ns3:_="">
    <xsd:import namespace="8aab10cf-897b-4c15-9896-597919f79945"/>
    <xsd:import namespace="e126f300-f2c8-4f9a-998b-bb531a298b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b10cf-897b-4c15-9896-597919f79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תגיות תמונה" ma:readOnly="false" ma:fieldId="{5cf76f15-5ced-4ddc-b409-7134ff3c332f}" ma:taxonomyMulti="true" ma:sspId="2528b008-160c-4542-b481-8d26e90063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300-f2c8-4f9a-998b-bb531a298b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משותף עם פרטים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5c8ea0d-af07-41a9-a011-03bfa0bf84d7}" ma:internalName="TaxCatchAll" ma:showField="CatchAllData" ma:web="e126f300-f2c8-4f9a-998b-bb531a298b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26f300-f2c8-4f9a-998b-bb531a298b90" xsi:nil="true"/>
    <lcf76f155ced4ddcb4097134ff3c332f xmlns="8aab10cf-897b-4c15-9896-597919f7994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728901-C1B4-4A2B-BA7C-ABD4E23D0AC1}"/>
</file>

<file path=customXml/itemProps2.xml><?xml version="1.0" encoding="utf-8"?>
<ds:datastoreItem xmlns:ds="http://schemas.openxmlformats.org/officeDocument/2006/customXml" ds:itemID="{7D8BFC04-CB8A-4BEA-AB8D-48DAB0C34554}"/>
</file>

<file path=customXml/itemProps3.xml><?xml version="1.0" encoding="utf-8"?>
<ds:datastoreItem xmlns:ds="http://schemas.openxmlformats.org/officeDocument/2006/customXml" ds:itemID="{812C9A57-5977-4F29-A5A6-5288BD6865B7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86</Words>
  <Application>Microsoft Office PowerPoint</Application>
  <PresentationFormat>מסך רחב</PresentationFormat>
  <Paragraphs>33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לאן הולכות הדאגות בלילות</vt:lpstr>
      <vt:lpstr>תיאור המקרה</vt:lpstr>
      <vt:lpstr>המשך תיאור מקרה</vt:lpstr>
      <vt:lpstr>מצגת של PowerPoint‏</vt:lpstr>
      <vt:lpstr>המשך תיאור מקרה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המשך תיאור מקרה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 brin</dc:creator>
  <cp:lastModifiedBy>עפרה בן אריה</cp:lastModifiedBy>
  <cp:revision>20</cp:revision>
  <dcterms:created xsi:type="dcterms:W3CDTF">2021-07-12T02:57:09Z</dcterms:created>
  <dcterms:modified xsi:type="dcterms:W3CDTF">2022-06-19T11:15:53Z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0x0101008D63E2876D1E4B428F19A57EDDB0EAA4</vt:lpwstr>
  </property>
</Properties>
</file>